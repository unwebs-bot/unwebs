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/>
    <p:restoredTop sz="94680"/>
  </p:normalViewPr>
  <p:slideViewPr>
    <p:cSldViewPr snapToGrid="0">
      <p:cViewPr varScale="1">
        <p:scale>
          <a:sx n="211" d="100"/>
          <a:sy n="211" d="100"/>
        </p:scale>
        <p:origin x="1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C119F-9A59-FC88-A3F6-20C3B2880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ACA178-779D-2040-1514-470555AD2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CB32B7-96A8-A8C7-DC71-6DA8CBD3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9DBCB4-0346-DDE0-D91D-39E00372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4F880-7D4A-E8CB-52BD-6E5A70E3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007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7A529-E014-147C-42DC-3DEF1636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F7C51C-2C09-670E-D65B-F27EF0949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9A7450-D9E9-7A3B-74CA-7AC36F63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D75B4-EF89-FBF8-AA64-17ECB542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E6CC95-582D-DF5B-9162-3B6A90B2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44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26504-18EB-6F6D-B181-84509608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B5A9A-689D-B903-330A-7FB5ECC75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4BDD0-CE75-B057-7DD7-8DA35CC5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23EFFF-E424-9CD4-08F5-B13CB0B7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3E4A7-0811-2872-88E7-4B8342A6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271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70930-8B6A-911E-CF60-8858CAE7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2916D-E663-DDF6-235D-01B9F2EC3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C0C3F6-2307-7C48-17D6-BA21F5899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0D549-C9C5-6C71-2674-C6394454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00E17E-6A44-B56D-D7BC-234438A4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597628-5022-8FE0-AE6B-ACB47B41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088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1848-1577-B948-D0FC-4619C785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C89755-3807-F933-5E89-C51330E31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4E7DBF-5BB5-E4E1-8184-C547507BB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6D3200-ACD6-A33D-D6EE-0B96C6489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3F1004-060C-B5A5-594D-907E4F2C4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1752A8-CCD3-5573-D7B9-925FBFA7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6D180F-ACEF-9949-034F-377641CF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E6051A-49C9-40CD-CCB1-5DDAF916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878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719F6-32C8-AC05-24E7-433F71EB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4CE541-73FE-D4D0-D525-259FD8BA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C7257B-AD54-E226-7B41-6870352E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977B8A-A66A-EFF3-9171-652A13AE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545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522969-C5FA-5A88-A042-7CFC9244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5A9722-6203-CEED-F5FD-3AF4A80E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292327-8D2D-F6BE-8CB3-3E9A53E7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9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0F42-34AA-F28A-2D04-59B45599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84FA4-CCF7-B8B5-ED3D-D4A1A63DE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12449-CA48-900A-BBC6-8376A86F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94B7FD-1092-0C85-B359-F29EEE55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CE9D68-46C7-B44F-6BF7-D511FC2C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F3E960-91BB-5A38-17B6-531C6DF1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384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8A54C-03D6-4942-FDB5-B8AABF1E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9DBBCC-9E94-C66B-AE54-DDC5F4A86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2680D3-8D15-3FC9-0E1C-E5F57DA4C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BDBC8-F550-5D68-8B62-C5692831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389AE1-C793-5F6E-C9D5-3EE53608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66529C-3C20-EBE7-B61A-8326E0F5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60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6F773-A3EC-57C6-7B0B-6E5E217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148B3F-4CF8-CA17-374E-3350E9F1C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758E5-4751-003B-05E5-C1485705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B03F3E-C7FA-ADBD-7C10-B41B7F36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1D147-91A1-E523-F178-14C54DCE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776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05707C-E07B-2D20-DA66-23EE7055C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7FDFB5-45EE-565A-B474-0B124F269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605544-A575-5E11-241F-6D8A3696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E7A723-21B0-3399-1AF9-B7687FE8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132E58-E6F0-0A00-2E80-3E632D43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19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56391E-8DE2-464B-3687-FD9710E3B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C21C23-146C-E9F0-A0A0-2A5699485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0B15F5-CC55-F160-A9F8-A685D1067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66021-2B48-CD46-9A0B-8A473303A139}" type="datetimeFigureOut">
              <a:rPr kumimoji="1" lang="ko-KR" altLang="en-US" smtClean="0"/>
              <a:t>2025. 9. 20.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B34BA-B4B5-F4F1-3189-B8A6A85CA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D1F714-D479-4C2A-39F6-BB9D5FB68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35803-2809-B04B-B14A-209319814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264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656DCA-E9A5-ED06-0E88-C34ACA6FE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6A223D-414E-EEF7-C9F1-3147524D93ED}"/>
              </a:ext>
            </a:extLst>
          </p:cNvPr>
          <p:cNvSpPr txBox="1"/>
          <p:nvPr/>
        </p:nvSpPr>
        <p:spPr>
          <a:xfrm>
            <a:off x="995819" y="2401526"/>
            <a:ext cx="49227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홈페이지</a:t>
            </a:r>
            <a:endParaRPr kumimoji="1" lang="en-US" altLang="ko-KR" sz="48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48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수정요청서</a:t>
            </a:r>
          </a:p>
        </p:txBody>
      </p:sp>
    </p:spTree>
    <p:extLst>
      <p:ext uri="{BB962C8B-B14F-4D97-AF65-F5344CB8AC3E}">
        <p14:creationId xmlns:p14="http://schemas.microsoft.com/office/powerpoint/2010/main" val="29492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117C90-746A-F050-DD06-E21F9501CDE8}"/>
              </a:ext>
            </a:extLst>
          </p:cNvPr>
          <p:cNvSpPr txBox="1"/>
          <p:nvPr/>
        </p:nvSpPr>
        <p:spPr>
          <a:xfrm>
            <a:off x="738787" y="714563"/>
            <a:ext cx="445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및 고객 정보</a:t>
            </a:r>
            <a:endParaRPr kumimoji="1" lang="ko-KR" altLang="en-US" sz="3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6BD8C49-257A-69CE-B259-432FC55D0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76820"/>
              </p:ext>
            </p:extLst>
          </p:nvPr>
        </p:nvGraphicFramePr>
        <p:xfrm>
          <a:off x="841733" y="2142988"/>
          <a:ext cx="10209790" cy="294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3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고객사명</a:t>
                      </a: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이 곳에 직접 기재해 주세요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담당자</a:t>
                      </a:r>
                      <a:endParaRPr lang="en-US" altLang="ko-KR" sz="1400" b="1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이 곳에 직접 기재해 주세요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연락처</a:t>
                      </a: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이 곳에 직접 기재해 주세요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이메일</a:t>
                      </a: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이 곳에 직접 기재해 주세요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요청일</a:t>
                      </a: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이 곳에 직접 기재해 주세요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웹사이트 </a:t>
                      </a:r>
                      <a:r>
                        <a:rPr lang="en-US" altLang="ko-KR" sz="1400" b="1" spc="-15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URL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</a:rPr>
                        <a:t>이 곳에 직접 기재해 주세요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8014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5CA740-5A6B-AD72-100A-CFE51767A362}"/>
              </a:ext>
            </a:extLst>
          </p:cNvPr>
          <p:cNvSpPr txBox="1"/>
          <p:nvPr/>
        </p:nvSpPr>
        <p:spPr>
          <a:xfrm>
            <a:off x="763011" y="1429900"/>
            <a:ext cx="4450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항목에 요청된 내용을 정확히 기입해 주세요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37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DAAED4-8EC7-9035-791A-B575E97D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74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6E2DC-A9C6-0907-F284-DEDF1760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AE6196-C3DD-8898-D43A-C62FF79A4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8061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의류, 스크린샷, 인간의 얼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3D99B0-E002-CD23-80AD-03E3409D1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61" y="889665"/>
            <a:ext cx="7772400" cy="3900435"/>
          </a:xfrm>
          <a:prstGeom prst="rect">
            <a:avLst/>
          </a:prstGeom>
        </p:spPr>
      </p:pic>
      <p:sp>
        <p:nvSpPr>
          <p:cNvPr id="5" name="제목 41">
            <a:extLst>
              <a:ext uri="{FF2B5EF4-FFF2-40B4-BE49-F238E27FC236}">
                <a16:creationId xmlns:a16="http://schemas.microsoft.com/office/drawing/2014/main" id="{A6F503CC-04E7-A0A9-8644-74EE8A0F6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24" y="249586"/>
            <a:ext cx="7777782" cy="418058"/>
          </a:xfrm>
        </p:spPr>
        <p:txBody>
          <a:bodyPr>
            <a:noAutofit/>
          </a:bodyPr>
          <a:lstStyle/>
          <a:p>
            <a:r>
              <a:rPr lang="ko-KR" altLang="en-US" sz="2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예시</a:t>
            </a:r>
            <a:r>
              <a:rPr lang="en-US" altLang="ko-KR" sz="2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메인페이지</a:t>
            </a:r>
            <a:endParaRPr lang="ko-KR" altLang="en-US" sz="2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3D61EE26-E39F-09DC-5C30-FB3B552EE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01841"/>
              </p:ext>
            </p:extLst>
          </p:nvPr>
        </p:nvGraphicFramePr>
        <p:xfrm>
          <a:off x="8398701" y="1229"/>
          <a:ext cx="3793299" cy="6856771"/>
        </p:xfrm>
        <a:graphic>
          <a:graphicData uri="http://schemas.openxmlformats.org/drawingml/2006/table">
            <a:tbl>
              <a:tblPr/>
              <a:tblGrid>
                <a:gridCol w="281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07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NO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이 곳에 수정을 요청에 대한 설명을 작성해주세요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.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0692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30" marR="45730" marT="45761" marB="45761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5725"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로고를 첨부한 </a:t>
                      </a:r>
                      <a:r>
                        <a:rPr kumimoji="1" lang="en-US" altLang="ko-K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OOO.jpg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파일로 수정해 주세요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기존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상담문의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문의하기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디자인은 </a:t>
                      </a: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메인컬러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배경에 흰색 글자로 수정해주세요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텍스트 수정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기존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지금까지 낸 수천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수억의 세금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지금까지 내왔던 수천만원 이상의 세금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 수정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프로필 이미지를 첨부한 </a:t>
                      </a:r>
                      <a:r>
                        <a:rPr kumimoji="1" lang="en-US" altLang="ko-K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OOO.jpg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이미지로 수정해 주세요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30" marR="45730" marT="45723" marB="45723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val 611">
            <a:extLst>
              <a:ext uri="{FF2B5EF4-FFF2-40B4-BE49-F238E27FC236}">
                <a16:creationId xmlns:a16="http://schemas.microsoft.com/office/drawing/2014/main" id="{BA18BD90-1DA3-22D0-7561-ABF78B11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252" y="946081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Oval 611">
            <a:extLst>
              <a:ext uri="{FF2B5EF4-FFF2-40B4-BE49-F238E27FC236}">
                <a16:creationId xmlns:a16="http://schemas.microsoft.com/office/drawing/2014/main" id="{3068560E-AB3B-4178-AD44-457F587ED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338" y="939817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Oval 611">
            <a:extLst>
              <a:ext uri="{FF2B5EF4-FFF2-40B4-BE49-F238E27FC236}">
                <a16:creationId xmlns:a16="http://schemas.microsoft.com/office/drawing/2014/main" id="{04FA347B-1EA6-CB76-716F-09CEDA99B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252" y="2374954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6" name="Oval 611">
            <a:extLst>
              <a:ext uri="{FF2B5EF4-FFF2-40B4-BE49-F238E27FC236}">
                <a16:creationId xmlns:a16="http://schemas.microsoft.com/office/drawing/2014/main" id="{446ED043-6AE0-1BF7-30CC-07F01DAC7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425" y="2231750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364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3F1A6-7DE7-DDC9-A74E-9357CEC6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1">
            <a:extLst>
              <a:ext uri="{FF2B5EF4-FFF2-40B4-BE49-F238E27FC236}">
                <a16:creationId xmlns:a16="http://schemas.microsoft.com/office/drawing/2014/main" id="{654AD0D3-AD65-0E52-077F-40F0B52C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24" y="249586"/>
            <a:ext cx="7777782" cy="418058"/>
          </a:xfrm>
        </p:spPr>
        <p:txBody>
          <a:bodyPr>
            <a:noAutofit/>
          </a:bodyPr>
          <a:lstStyle/>
          <a:p>
            <a:r>
              <a:rPr lang="ko-KR" altLang="en-US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곳에 페이지명을 입력하세요</a:t>
            </a:r>
            <a:r>
              <a:rPr lang="en-US" altLang="ko-KR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D7C5858B-A677-43C0-F960-840DEC785FBB}"/>
              </a:ext>
            </a:extLst>
          </p:cNvPr>
          <p:cNvGraphicFramePr>
            <a:graphicFrameLocks noGrp="1"/>
          </p:cNvGraphicFramePr>
          <p:nvPr/>
        </p:nvGraphicFramePr>
        <p:xfrm>
          <a:off x="8398701" y="1229"/>
          <a:ext cx="3793299" cy="6856771"/>
        </p:xfrm>
        <a:graphic>
          <a:graphicData uri="http://schemas.openxmlformats.org/drawingml/2006/table">
            <a:tbl>
              <a:tblPr/>
              <a:tblGrid>
                <a:gridCol w="281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07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NO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이 곳에 수정을 요청에 대한 설명을 작성해주세요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.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0692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30" marR="45730" marT="45761" marB="45761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5725"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30" marR="45730" marT="45723" marB="45723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val 611">
            <a:extLst>
              <a:ext uri="{FF2B5EF4-FFF2-40B4-BE49-F238E27FC236}">
                <a16:creationId xmlns:a16="http://schemas.microsoft.com/office/drawing/2014/main" id="{8FC0D8FE-73C7-168E-7903-2BD5713F2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61" y="838716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Oval 611">
            <a:extLst>
              <a:ext uri="{FF2B5EF4-FFF2-40B4-BE49-F238E27FC236}">
                <a16:creationId xmlns:a16="http://schemas.microsoft.com/office/drawing/2014/main" id="{80D5C6A4-D8A3-6DAB-746E-9C8C68EC3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60" y="84008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Oval 611">
            <a:extLst>
              <a:ext uri="{FF2B5EF4-FFF2-40B4-BE49-F238E27FC236}">
                <a16:creationId xmlns:a16="http://schemas.microsoft.com/office/drawing/2014/main" id="{9A7EB070-5476-04B5-9536-8A457620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59" y="838715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6" name="Oval 611">
            <a:extLst>
              <a:ext uri="{FF2B5EF4-FFF2-40B4-BE49-F238E27FC236}">
                <a16:creationId xmlns:a16="http://schemas.microsoft.com/office/drawing/2014/main" id="{C06D5414-E44E-E7A4-CA8B-637DFE6E6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658" y="838714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" name="제목 41">
            <a:extLst>
              <a:ext uri="{FF2B5EF4-FFF2-40B4-BE49-F238E27FC236}">
                <a16:creationId xmlns:a16="http://schemas.microsoft.com/office/drawing/2014/main" id="{BA896A5F-FEEC-6E18-EFC4-02447B64A569}"/>
              </a:ext>
            </a:extLst>
          </p:cNvPr>
          <p:cNvSpPr txBox="1">
            <a:spLocks/>
          </p:cNvSpPr>
          <p:nvPr/>
        </p:nvSpPr>
        <p:spPr>
          <a:xfrm>
            <a:off x="197324" y="986956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넘버링을 드래그해서 수정할 곳에 위치시키세요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부족한 경우 복사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붙여넣기로 추가하세요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제목 41">
            <a:extLst>
              <a:ext uri="{FF2B5EF4-FFF2-40B4-BE49-F238E27FC236}">
                <a16:creationId xmlns:a16="http://schemas.microsoft.com/office/drawing/2014/main" id="{49EE8399-127B-7DBB-3B80-D2F14BFE0239}"/>
              </a:ext>
            </a:extLst>
          </p:cNvPr>
          <p:cNvSpPr txBox="1">
            <a:spLocks/>
          </p:cNvSpPr>
          <p:nvPr/>
        </p:nvSpPr>
        <p:spPr>
          <a:xfrm>
            <a:off x="197324" y="1478249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곳에 수정할 페이지를 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캡쳐하여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넣어주세요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여러장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붙여넣어도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좋습니다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.)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6CB05C-FD90-6915-AFD9-E72EEEB0E7C2}"/>
              </a:ext>
            </a:extLst>
          </p:cNvPr>
          <p:cNvSpPr/>
          <p:nvPr/>
        </p:nvSpPr>
        <p:spPr>
          <a:xfrm>
            <a:off x="294361" y="1896307"/>
            <a:ext cx="7878089" cy="46441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제목 41">
            <a:extLst>
              <a:ext uri="{FF2B5EF4-FFF2-40B4-BE49-F238E27FC236}">
                <a16:creationId xmlns:a16="http://schemas.microsoft.com/office/drawing/2014/main" id="{9DE9CF5B-D02B-3EA1-0854-11D98243A99A}"/>
              </a:ext>
            </a:extLst>
          </p:cNvPr>
          <p:cNvSpPr txBox="1">
            <a:spLocks/>
          </p:cNvSpPr>
          <p:nvPr/>
        </p:nvSpPr>
        <p:spPr>
          <a:xfrm>
            <a:off x="4216894" y="200213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 latinLnBrk="0">
              <a:lnSpc>
                <a:spcPct val="100000"/>
              </a:lnSpc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</a:t>
            </a:r>
            <a:r>
              <a:rPr lang="ko-KR" altLang="en-US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서브페이지 메뉴별 들어갈 내용을 정리해주세요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t" latinLnBrk="0">
              <a:lnSpc>
                <a:spcPct val="100000"/>
              </a:lnSpc>
            </a:pPr>
            <a:r>
              <a:rPr lang="en-US" altLang="ko-KR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</a:t>
            </a:r>
            <a:r>
              <a:rPr lang="ko-KR" altLang="en-US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페이지 수에 맞춰 슬라이드 복제 후 작성해주세요</a:t>
            </a:r>
          </a:p>
        </p:txBody>
      </p:sp>
      <p:sp>
        <p:nvSpPr>
          <p:cNvPr id="7" name="Oval 611">
            <a:extLst>
              <a:ext uri="{FF2B5EF4-FFF2-40B4-BE49-F238E27FC236}">
                <a16:creationId xmlns:a16="http://schemas.microsoft.com/office/drawing/2014/main" id="{0AD476EB-DF4A-51DD-C249-954B5B6FF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856" y="83871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" name="Oval 611">
            <a:extLst>
              <a:ext uri="{FF2B5EF4-FFF2-40B4-BE49-F238E27FC236}">
                <a16:creationId xmlns:a16="http://schemas.microsoft.com/office/drawing/2014/main" id="{EF024642-EFD1-5F74-EC07-3FCEDDD3F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757" y="83871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3678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90C5-425A-9D13-B15C-9B9070BA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1">
            <a:extLst>
              <a:ext uri="{FF2B5EF4-FFF2-40B4-BE49-F238E27FC236}">
                <a16:creationId xmlns:a16="http://schemas.microsoft.com/office/drawing/2014/main" id="{8E713CEB-D691-C01C-A2BA-B8273E3C0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24" y="249586"/>
            <a:ext cx="7777782" cy="418058"/>
          </a:xfrm>
        </p:spPr>
        <p:txBody>
          <a:bodyPr>
            <a:noAutofit/>
          </a:bodyPr>
          <a:lstStyle/>
          <a:p>
            <a:r>
              <a:rPr lang="ko-KR" altLang="en-US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곳에 페이지명을 입력하세요</a:t>
            </a:r>
            <a:r>
              <a:rPr lang="en-US" altLang="ko-KR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3D91AA59-40A8-2A7A-030A-2A442B488F8D}"/>
              </a:ext>
            </a:extLst>
          </p:cNvPr>
          <p:cNvGraphicFramePr>
            <a:graphicFrameLocks noGrp="1"/>
          </p:cNvGraphicFramePr>
          <p:nvPr/>
        </p:nvGraphicFramePr>
        <p:xfrm>
          <a:off x="8398701" y="1229"/>
          <a:ext cx="3793299" cy="6856771"/>
        </p:xfrm>
        <a:graphic>
          <a:graphicData uri="http://schemas.openxmlformats.org/drawingml/2006/table">
            <a:tbl>
              <a:tblPr/>
              <a:tblGrid>
                <a:gridCol w="281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07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NO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이 곳에 수정을 요청에 대한 설명을 작성해주세요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.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0692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30" marR="45730" marT="45761" marB="45761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5725"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30" marR="45730" marT="45723" marB="45723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val 611">
            <a:extLst>
              <a:ext uri="{FF2B5EF4-FFF2-40B4-BE49-F238E27FC236}">
                <a16:creationId xmlns:a16="http://schemas.microsoft.com/office/drawing/2014/main" id="{5FC9AF34-9F0F-A829-04CE-3209A4E1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61" y="838716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Oval 611">
            <a:extLst>
              <a:ext uri="{FF2B5EF4-FFF2-40B4-BE49-F238E27FC236}">
                <a16:creationId xmlns:a16="http://schemas.microsoft.com/office/drawing/2014/main" id="{96CF7539-4678-5120-CC37-A5FF067E6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60" y="84008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Oval 611">
            <a:extLst>
              <a:ext uri="{FF2B5EF4-FFF2-40B4-BE49-F238E27FC236}">
                <a16:creationId xmlns:a16="http://schemas.microsoft.com/office/drawing/2014/main" id="{7933A016-102B-A73A-FC0D-2C27C8C2D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59" y="838715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6" name="Oval 611">
            <a:extLst>
              <a:ext uri="{FF2B5EF4-FFF2-40B4-BE49-F238E27FC236}">
                <a16:creationId xmlns:a16="http://schemas.microsoft.com/office/drawing/2014/main" id="{D1CB113E-DF88-3DAC-F7D5-F307BF676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658" y="838714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" name="제목 41">
            <a:extLst>
              <a:ext uri="{FF2B5EF4-FFF2-40B4-BE49-F238E27FC236}">
                <a16:creationId xmlns:a16="http://schemas.microsoft.com/office/drawing/2014/main" id="{6084FC1F-2C12-3074-8E26-9CFDD519138D}"/>
              </a:ext>
            </a:extLst>
          </p:cNvPr>
          <p:cNvSpPr txBox="1">
            <a:spLocks/>
          </p:cNvSpPr>
          <p:nvPr/>
        </p:nvSpPr>
        <p:spPr>
          <a:xfrm>
            <a:off x="197324" y="986956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넘버링을 드래그해서 수정할 곳에 위치시키세요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부족한 경우 복사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붙여넣기로 추가하세요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제목 41">
            <a:extLst>
              <a:ext uri="{FF2B5EF4-FFF2-40B4-BE49-F238E27FC236}">
                <a16:creationId xmlns:a16="http://schemas.microsoft.com/office/drawing/2014/main" id="{7C85E6D6-3BF7-FB30-2AED-F6037ABA700F}"/>
              </a:ext>
            </a:extLst>
          </p:cNvPr>
          <p:cNvSpPr txBox="1">
            <a:spLocks/>
          </p:cNvSpPr>
          <p:nvPr/>
        </p:nvSpPr>
        <p:spPr>
          <a:xfrm>
            <a:off x="197324" y="1478249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곳에 수정할 페이지를 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캡쳐하여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넣어주세요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여러장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붙여넣어도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좋습니다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.)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349FA8-7EF7-DBB6-D2C0-8E15D9BA854E}"/>
              </a:ext>
            </a:extLst>
          </p:cNvPr>
          <p:cNvSpPr/>
          <p:nvPr/>
        </p:nvSpPr>
        <p:spPr>
          <a:xfrm>
            <a:off x="294361" y="1896307"/>
            <a:ext cx="7878089" cy="46441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제목 41">
            <a:extLst>
              <a:ext uri="{FF2B5EF4-FFF2-40B4-BE49-F238E27FC236}">
                <a16:creationId xmlns:a16="http://schemas.microsoft.com/office/drawing/2014/main" id="{5CB40B0A-4606-C0BE-AD7B-00E834BC242B}"/>
              </a:ext>
            </a:extLst>
          </p:cNvPr>
          <p:cNvSpPr txBox="1">
            <a:spLocks/>
          </p:cNvSpPr>
          <p:nvPr/>
        </p:nvSpPr>
        <p:spPr>
          <a:xfrm>
            <a:off x="4216894" y="200213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 latinLnBrk="0">
              <a:lnSpc>
                <a:spcPct val="100000"/>
              </a:lnSpc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</a:t>
            </a:r>
            <a:r>
              <a:rPr lang="ko-KR" altLang="en-US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서브페이지 메뉴별 들어갈 내용을 정리해주세요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t" latinLnBrk="0">
              <a:lnSpc>
                <a:spcPct val="100000"/>
              </a:lnSpc>
            </a:pPr>
            <a:r>
              <a:rPr lang="en-US" altLang="ko-KR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</a:t>
            </a:r>
            <a:r>
              <a:rPr lang="ko-KR" altLang="en-US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페이지 수에 맞춰 슬라이드 복제 후 작성해주세요</a:t>
            </a:r>
          </a:p>
        </p:txBody>
      </p:sp>
      <p:sp>
        <p:nvSpPr>
          <p:cNvPr id="7" name="Oval 611">
            <a:extLst>
              <a:ext uri="{FF2B5EF4-FFF2-40B4-BE49-F238E27FC236}">
                <a16:creationId xmlns:a16="http://schemas.microsoft.com/office/drawing/2014/main" id="{16156B52-3D3E-6646-E85A-19221B5A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856" y="83871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" name="Oval 611">
            <a:extLst>
              <a:ext uri="{FF2B5EF4-FFF2-40B4-BE49-F238E27FC236}">
                <a16:creationId xmlns:a16="http://schemas.microsoft.com/office/drawing/2014/main" id="{D524C342-50E6-2099-96AF-5D6306A6B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757" y="83871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243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B3C-EC63-C65B-E2F5-078CD102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1">
            <a:extLst>
              <a:ext uri="{FF2B5EF4-FFF2-40B4-BE49-F238E27FC236}">
                <a16:creationId xmlns:a16="http://schemas.microsoft.com/office/drawing/2014/main" id="{2774D132-51C7-A6B1-8807-21468CE0A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24" y="249586"/>
            <a:ext cx="7777782" cy="418058"/>
          </a:xfrm>
        </p:spPr>
        <p:txBody>
          <a:bodyPr>
            <a:noAutofit/>
          </a:bodyPr>
          <a:lstStyle/>
          <a:p>
            <a:r>
              <a:rPr lang="ko-KR" altLang="en-US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곳에 페이지명을 입력하세요</a:t>
            </a:r>
            <a:r>
              <a:rPr lang="en-US" altLang="ko-KR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2B7DF9F9-C60C-F8B2-EC62-B63D38B43C76}"/>
              </a:ext>
            </a:extLst>
          </p:cNvPr>
          <p:cNvGraphicFramePr>
            <a:graphicFrameLocks noGrp="1"/>
          </p:cNvGraphicFramePr>
          <p:nvPr/>
        </p:nvGraphicFramePr>
        <p:xfrm>
          <a:off x="8398701" y="1229"/>
          <a:ext cx="3793299" cy="6856771"/>
        </p:xfrm>
        <a:graphic>
          <a:graphicData uri="http://schemas.openxmlformats.org/drawingml/2006/table">
            <a:tbl>
              <a:tblPr/>
              <a:tblGrid>
                <a:gridCol w="281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07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NO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이 곳에 수정을 요청에 대한 설명을 작성해주세요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.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36008" marR="36008" marT="36033" marB="36033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0692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30" marR="45730" marT="45761" marB="45761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5725"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30" marR="45730" marT="45723" marB="45723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val 611">
            <a:extLst>
              <a:ext uri="{FF2B5EF4-FFF2-40B4-BE49-F238E27FC236}">
                <a16:creationId xmlns:a16="http://schemas.microsoft.com/office/drawing/2014/main" id="{93A3BE93-292E-4CA3-0D85-E5CB7ADF1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61" y="838716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" name="Oval 611">
            <a:extLst>
              <a:ext uri="{FF2B5EF4-FFF2-40B4-BE49-F238E27FC236}">
                <a16:creationId xmlns:a16="http://schemas.microsoft.com/office/drawing/2014/main" id="{35E82B19-2029-42E9-9164-B7881437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60" y="84008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Oval 611">
            <a:extLst>
              <a:ext uri="{FF2B5EF4-FFF2-40B4-BE49-F238E27FC236}">
                <a16:creationId xmlns:a16="http://schemas.microsoft.com/office/drawing/2014/main" id="{6CC6CFA6-A0AF-E953-C99E-833FE8F12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59" y="838715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6" name="Oval 611">
            <a:extLst>
              <a:ext uri="{FF2B5EF4-FFF2-40B4-BE49-F238E27FC236}">
                <a16:creationId xmlns:a16="http://schemas.microsoft.com/office/drawing/2014/main" id="{E666B26A-8D1B-4016-093C-420BBEFE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658" y="838714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" name="제목 41">
            <a:extLst>
              <a:ext uri="{FF2B5EF4-FFF2-40B4-BE49-F238E27FC236}">
                <a16:creationId xmlns:a16="http://schemas.microsoft.com/office/drawing/2014/main" id="{EA86CB0A-0F7D-CDA3-0E7B-36E0FE63B9CD}"/>
              </a:ext>
            </a:extLst>
          </p:cNvPr>
          <p:cNvSpPr txBox="1">
            <a:spLocks/>
          </p:cNvSpPr>
          <p:nvPr/>
        </p:nvSpPr>
        <p:spPr>
          <a:xfrm>
            <a:off x="197324" y="986956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넘버링을 드래그해서 수정할 곳에 위치시키세요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부족한 경우 복사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붙여넣기로 추가하세요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제목 41">
            <a:extLst>
              <a:ext uri="{FF2B5EF4-FFF2-40B4-BE49-F238E27FC236}">
                <a16:creationId xmlns:a16="http://schemas.microsoft.com/office/drawing/2014/main" id="{763F9DBF-A74B-7FDE-3CBE-33FC1D8C3562}"/>
              </a:ext>
            </a:extLst>
          </p:cNvPr>
          <p:cNvSpPr txBox="1">
            <a:spLocks/>
          </p:cNvSpPr>
          <p:nvPr/>
        </p:nvSpPr>
        <p:spPr>
          <a:xfrm>
            <a:off x="197324" y="1478249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곳에 수정할 페이지를 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캡쳐하여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넣어주세요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여러장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붙여넣어도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좋습니다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.)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6DCA79-4FF5-5F81-E964-AEB389B9CCBA}"/>
              </a:ext>
            </a:extLst>
          </p:cNvPr>
          <p:cNvSpPr/>
          <p:nvPr/>
        </p:nvSpPr>
        <p:spPr>
          <a:xfrm>
            <a:off x="294361" y="1896307"/>
            <a:ext cx="7878089" cy="46441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제목 41">
            <a:extLst>
              <a:ext uri="{FF2B5EF4-FFF2-40B4-BE49-F238E27FC236}">
                <a16:creationId xmlns:a16="http://schemas.microsoft.com/office/drawing/2014/main" id="{E211F7FF-64FF-2620-FF74-9C90FDF284ED}"/>
              </a:ext>
            </a:extLst>
          </p:cNvPr>
          <p:cNvSpPr txBox="1">
            <a:spLocks/>
          </p:cNvSpPr>
          <p:nvPr/>
        </p:nvSpPr>
        <p:spPr>
          <a:xfrm>
            <a:off x="4216894" y="200213"/>
            <a:ext cx="777778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 latinLnBrk="0">
              <a:lnSpc>
                <a:spcPct val="100000"/>
              </a:lnSpc>
            </a:pP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</a:t>
            </a:r>
            <a:r>
              <a:rPr lang="ko-KR" altLang="en-US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서브페이지 메뉴별 들어갈 내용을 정리해주세요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t" latinLnBrk="0">
              <a:lnSpc>
                <a:spcPct val="100000"/>
              </a:lnSpc>
            </a:pPr>
            <a:r>
              <a:rPr lang="en-US" altLang="ko-KR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</a:t>
            </a:r>
            <a:r>
              <a:rPr lang="ko-KR" altLang="en-US" sz="12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페이지 수에 맞춰 슬라이드 복제 후 작성해주세요</a:t>
            </a:r>
          </a:p>
        </p:txBody>
      </p:sp>
      <p:sp>
        <p:nvSpPr>
          <p:cNvPr id="7" name="Oval 611">
            <a:extLst>
              <a:ext uri="{FF2B5EF4-FFF2-40B4-BE49-F238E27FC236}">
                <a16:creationId xmlns:a16="http://schemas.microsoft.com/office/drawing/2014/main" id="{75568993-DDC9-73C9-AC2E-AAA7EF00C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856" y="83871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" name="Oval 611">
            <a:extLst>
              <a:ext uri="{FF2B5EF4-FFF2-40B4-BE49-F238E27FC236}">
                <a16:creationId xmlns:a16="http://schemas.microsoft.com/office/drawing/2014/main" id="{3B2577DD-81B3-0DD6-C0CE-FFD7F8E56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757" y="838713"/>
            <a:ext cx="192047" cy="186201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b="1" dirty="0">
                <a:solidFill>
                  <a:srgbClr val="FFFFFF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1422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9B96-8AFE-AB66-887A-74F6C92E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43AF60-F870-CC0A-7A94-E1C38BE7D91C}"/>
              </a:ext>
            </a:extLst>
          </p:cNvPr>
          <p:cNvSpPr txBox="1"/>
          <p:nvPr/>
        </p:nvSpPr>
        <p:spPr>
          <a:xfrm>
            <a:off x="738787" y="714563"/>
            <a:ext cx="5001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spc="-15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 자료 및 기타 요청</a:t>
            </a:r>
            <a:endParaRPr kumimoji="1" lang="ko-KR" altLang="en-US" sz="3600" b="1" spc="-1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F3D106-E65B-2160-B8E6-9F7824304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8503"/>
              </p:ext>
            </p:extLst>
          </p:nvPr>
        </p:nvGraphicFramePr>
        <p:xfrm>
          <a:off x="841733" y="2142988"/>
          <a:ext cx="10385067" cy="3895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5862"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 곳에 추가적인 참고 자료 또는 포괄적인 요청을 자유롭게 작성해주세요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</a:p>
                    <a:p>
                      <a:b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(ex.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전체적으로 사용되는 폰트 변경 요청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예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: </a:t>
                      </a:r>
                      <a:r>
                        <a:rPr lang="en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Noto Sans -&gt; </a:t>
                      </a:r>
                      <a:r>
                        <a:rPr lang="en" altLang="ko-KR" sz="16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Pretendard</a:t>
                      </a:r>
                      <a:r>
                        <a:rPr lang="en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)"</a:t>
                      </a:r>
                    </a:p>
                    <a:p>
                      <a:r>
                        <a:rPr lang="en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사이트 전반에 걸쳐 사용되는 버튼 스타일 일괄 변경 요청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첨부 이미지 참조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)"</a:t>
                      </a:r>
                    </a:p>
                    <a:p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사이트 로딩 속도 최적화에 대한 추가 문의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</a:rPr>
                        <a:t>"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j-lt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600" b="0" spc="-150" dirty="0">
                        <a:solidFill>
                          <a:schemeClr val="tx1"/>
                        </a:solidFill>
                        <a:latin typeface="+mj-lt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1446" marR="9144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9C7AAE-85AF-947A-9CB4-C35180ED6806}"/>
              </a:ext>
            </a:extLst>
          </p:cNvPr>
          <p:cNvSpPr txBox="1"/>
          <p:nvPr/>
        </p:nvSpPr>
        <p:spPr>
          <a:xfrm>
            <a:off x="763011" y="1429900"/>
            <a:ext cx="6622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프로젝트에 대한 추가적인 참고 자료 또는 포괄적인 요청을 자유롭게 작성해주세요</a:t>
            </a:r>
            <a:endParaRPr kumimoji="1" lang="ko-KR" altLang="en-US" sz="1200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82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394</Words>
  <Application>Microsoft Macintosh PowerPoint</Application>
  <PresentationFormat>와이드스크린</PresentationFormat>
  <Paragraphs>130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Pretendard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예시) 메인페이지</vt:lpstr>
      <vt:lpstr>이 곳에 페이지명을 입력하세요.</vt:lpstr>
      <vt:lpstr>이 곳에 페이지명을 입력하세요.</vt:lpstr>
      <vt:lpstr>이 곳에 페이지명을 입력하세요.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이종진[ 학부휴학 / 전자및정보공학과 ]</dc:creator>
  <cp:lastModifiedBy>이종진[ 학부휴학 / 전자및정보공학과 ]</cp:lastModifiedBy>
  <cp:revision>1</cp:revision>
  <dcterms:created xsi:type="dcterms:W3CDTF">2025-07-15T12:52:30Z</dcterms:created>
  <dcterms:modified xsi:type="dcterms:W3CDTF">2025-09-20T11:35:41Z</dcterms:modified>
</cp:coreProperties>
</file>